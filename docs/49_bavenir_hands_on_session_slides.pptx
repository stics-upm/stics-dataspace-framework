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STICS Connector Onboarding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with bavenir — Live Runbook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EDC connector, on bavenir's own infrastructure, connected to the STICS dataspace.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011680" cy="0"/>
          </a:xfrm>
          <a:prstGeom prst="line">
            <a:avLst/>
          </a:prstGeom>
          <a:noFill/>
          <a:ln w="38100">
            <a:solidFill>
              <a:srgbClr val="2FA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What's Not Known Yet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0F2E3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3560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FA0B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bavenir's own VM / cluster.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 has no access there.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0F2E3C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43560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435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9476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from the stics2test VM 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venv, or shared Postgres/K8s access.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0F2E3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143560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C9D6E3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435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19476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or check both sides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together, live.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EVERY NEW CONNECTOR NEEDS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0222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4472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" y="37947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client, Vault keypair, MinIO bucket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55264" y="333756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0222C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34472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Database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19856" y="37947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PostgreSQL for assets &amp; contracts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53328" y="333756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0222C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4472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0" y="37947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.properties file wiring it all together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51392" y="333756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0222C"/>
          </a:solidFill>
          <a:ln/>
        </p:spPr>
      </p:sp>
      <p:sp>
        <p:nvSpPr>
          <p:cNvPr id="27" name="Text 25"/>
          <p:cNvSpPr/>
          <p:nvPr/>
        </p:nvSpPr>
        <p:spPr>
          <a:xfrm>
            <a:off x="9015984" y="344728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Network bridge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15984" y="37947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 reaching the container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2B201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6177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know the target VM, hostname, or DNS in advance. Step 0 decides all three, live — every placeholder below (&lt;CONNECTOR_NAME&gt;, &lt;PUBLIC_HOSTNAME&gt;, &lt;VM_IP&gt;, ...) gets filled in on the call, not before it.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Three Things Before Anything Starts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9D6E3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Step 1 onward can begin until these are fixed. Write them down where both sides can see them.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D6E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name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1581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^[a-z][a-z0-9-]{1,19}$  —  max 20 chars, lowercase, digits, hyphens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D6E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203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22037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already run another connector? Changes Step 6 (host vs. bridge networking)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D6E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8254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hostname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28254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resolve to the target VM's public IP — bavenir creates the DNS record if missing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0F2E3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1188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live, as soon as a hostname is proposed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10945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&lt;PUBLIC_HOSTNAME&gt; 8.8.8.8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8571"/>
            </a:avLst>
          </a:prstGeom>
          <a:solidFill>
            <a:srgbClr val="2B201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091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DNS yet? bavenir creates the A record now, in parallel — Steps 1–10 can still proceed, but Step 11 (TLS) and Step 12 (verification) block on it.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VM Has the Required Tooling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FA0B5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directly on the target VM — before anything else, so a missing install doesn't eat session time later.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target VM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10945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version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-version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022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Docker / Compose? Install Docker Engine for Ubuntu now — ideally pre-checked before the call.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the Connector's PostgreSQL Database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FA0B5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database for this connector's own state — assets, contract negotiations, transfer processes.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74552" cy="2651760"/>
          </a:xfrm>
          <a:prstGeom prst="roundRect">
            <a:avLst>
              <a:gd name="adj" fmla="val 2069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target VM's local PostgreSQL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109453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postgres psql &lt;&lt; 'EOF'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DATABASE IF EXISTS &lt;DB_NAME&gt;;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ROLE IF EXISTS &lt;DB_NAME&gt;;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&lt;DB_NAME&gt; LOGIN PASSWORD '&lt;DB_PASSWORD&gt;';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&lt;DB_NAME&gt; OWNER &lt;DB_NAME&gt;;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022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name for role + database + connector, e.g. connector "acme-stics" → DB "acme_stics".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the Connector's Identity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Keycloak OAuth2 client, Vault signing keypair, and a scoped MinIO bucket — registers the participant.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74552" cy="3063240"/>
          </a:xfrm>
          <a:prstGeom prst="roundRect">
            <a:avLst>
              <a:gd name="adj" fmla="val 1791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stics2test, framework venv — provision_&lt;name&gt;.py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109453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os.environ["PIONERA_DS_1_CONNECTORS"] = CONNECTOR_NAME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os.environ["PIONERA_DS_1_CONNECTOR_NAMESPACES"] = f"{CONNECTOR_NAME}:{NAMESPACE}"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 = framework_main.build_adapter("edc", topology="vm-distributed")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repo_dir, python_exec = adapter.connectors._prepare_runtime_prerequisites()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adapter.connectors._prepare_connector_prerequisites(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CONNECTOR_NAME, DS_NAME, NAMESPACE, repo_dir, python_exec)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.venv/bin/python3 /tmp/provision_&lt;CONNECTOR_NAME&gt;.py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022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.../connectors/&lt;CONNECTOR_NAME&gt;/credentials.json (Vault token needed in Step 5). Full script: guide, Step 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Over the Connector .jar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binary runs every connector — identity is external, supplied by the .properties file (Step 5).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74552" cy="1417320"/>
          </a:xfrm>
          <a:prstGeom prst="roundRect">
            <a:avLst>
              <a:gd name="adj" fmla="val 3871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3736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UPM → bavenir, any agreed file transfer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103120"/>
            <a:ext cx="109453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~/edc-connector-stics/provider-connector.jar \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bavenir@&lt;VM_IP&gt;:~/edc-&lt;CONNECTOR_NAME&gt;/&lt;CONNECTOR_NAME&gt;.jar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022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required — copy from any existing, working connector.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.properties File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FA0B5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connector how to reach Keycloak, Vault, MinIO, and PostgreSQL — and which identity to present.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74552" cy="3063240"/>
          </a:xfrm>
          <a:prstGeom prst="roundRect">
            <a:avLst>
              <a:gd name="adj" fmla="val 1791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&lt;CONNECTOR_NAME&gt;-configuration-docker.properties — fields that change per connector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109453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edc.participant.id=&lt;CONNECTOR_NAME&gt;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edc.dsp.callback.address=https://&lt;PUBLIC_HOSTNAME&gt;/protocol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edc.dataplane.api.public.baseurl=https://&lt;PUBLIC_HOSTNAME&gt;/public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edc.vault.hashicorp.token=&lt;VAULT_TOKEN_FROM_credentials.json&gt;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edc.datasource.default.url=jdbc:postgresql://&lt;POSTGRES_HOST&gt;:5432/&lt;DB_NAME&gt;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edc.datasource.default.user=&lt;DB_USER&gt;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edc.datasource.default.password=&lt;DB_PASSWORD&gt;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022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the ~40-line template is boilerplate (guide, Step 5). &lt;POSTGRES_HOST&gt;: 127.0.0.1 (host mode) or Docker bridge gateway IP (bridge mode).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docker-compose.yml — an Important Decision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FA0B5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directly on the Step 0 answer: does the target VM already run another connector?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5532120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6a — no other connector on this VM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520293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&lt;CONNECTOR_NAME&gt;: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eclipse-temurin:17-jre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[java, -jar, ...]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./&lt;NAME&gt;.jar:/workspace/...:ro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./&lt;NAME&gt;.properties:/workspace/...:ro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./cacerts.jks:/workspace/...:ro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network_mode: host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unless-stopped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0F2E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9632" y="1600200"/>
            <a:ext cx="5532120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6002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6b — VM already runs a connector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64224" y="1965960"/>
            <a:ext cx="520293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"29191:19191"  ...  "29196:19196"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"29291:19291"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"27171:17171"   # +10000 offset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 network_mode: host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 the VM: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postgres psql -c \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"ALTER SYSTEM SET listen_addresses='*';"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"host all all 172.16.0.0/12 md5" \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pg_hba.conf &amp;&amp; restart postgresql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029200"/>
            <a:ext cx="11274552" cy="594360"/>
          </a:xfrm>
          <a:prstGeom prst="roundRect">
            <a:avLst>
              <a:gd name="adj" fmla="val 9231"/>
            </a:avLst>
          </a:prstGeom>
          <a:solidFill>
            <a:srgbClr val="2B201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17171 (federated catalog) is fixed and not configurable — this is exactly why 6b needs bridge networking, never network_mode: host.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TLS Truststore (cacerts.jks)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uses a self-signed CA. Without this file the connector fails: PKIX path building failed.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74552" cy="1737360"/>
          </a:xfrm>
          <a:prstGeom prst="roundRect">
            <a:avLst>
              <a:gd name="adj" fmla="val 3158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3736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UPM extracts and sends to bavenir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103120"/>
            <a:ext cx="10945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core-control get secret common-tls-cacerts \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jsonpath='{.data.cacerts\.jks}' | base64 -d &gt; cacerts.jks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cacerts.jks bavenir@&lt;VM_IP&gt;:~/edc-&lt;CONNECTOR_NAME&gt;/cacerts.jks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2B201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is always dataspaceunit. If Step 11 regenerates the cert later, this file must be re-sent.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Connector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FA0B5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boot — watch the logs for the readiness line before moving 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74552" cy="1920240"/>
          </a:xfrm>
          <a:prstGeom prst="roundRect">
            <a:avLst>
              <a:gd name="adj" fmla="val 2857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3736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target VM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103120"/>
            <a:ext cx="109453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~/edc-&lt;CONNECTOR_NAME&gt; &amp;&amp; docker compose up -d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10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&lt;CONNECTOR_NAME&gt; --tail 30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022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"Runtime stics-&lt;CONNECTOR_NAME&gt; ready". Anything else → Step 5/6 typo or DB connectivity, see troubleshooting.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Fixes Every Connector Needs After First Start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9D6E3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one-time, both required — the connector will run with visible errors until they're applied.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32120" cy="3291840"/>
          </a:xfrm>
          <a:prstGeom prst="roundRect">
            <a:avLst>
              <a:gd name="adj" fmla="val 1667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5532120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9a  [BAVENIR]  INESData tables autocreate misses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520293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-h &lt;POSTGRES_HOST&gt; -U &lt;DB_USER&gt; \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&lt;DB_NAME&gt; -f \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060_federated-catalog-schema.sql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-h &lt;POSTGRES_HOST&gt; -U &lt;DB_USER&gt; \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&lt;DB_NAME&gt; -f \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060_vocabulary-schema.sql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532120" cy="3291840"/>
          </a:xfrm>
          <a:prstGeom prst="roundRect">
            <a:avLst>
              <a:gd name="adj" fmla="val 1667"/>
            </a:avLst>
          </a:prstGeom>
          <a:solidFill>
            <a:srgbClr val="0F2E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9632" y="1600200"/>
            <a:ext cx="5532120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6002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9b  [UPM]  Fix the registered participant URL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64224" y="1965960"/>
            <a:ext cx="520293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-h 127.0.0.1 -U postgres \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stics_rs -c 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public.edc_participant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url='https://&lt;PUBLIC_HOSTNAME&gt;/protocol',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shared_url='https://&lt;PUBLIC_HOSTNAME&gt;/shared'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participant_id='&lt;CONNECTOR_NAME&gt;';"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10222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749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bavenir restarts: cd ~/edc-&lt;CONNECTOR_NAME&gt; &amp;&amp; docker compose restart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Bridge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FA0B5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public HTTPS traffic from bavenir's own k3s ingress to the Docker container. Guided live by UPM.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1274552" cy="1417320"/>
          </a:xfrm>
          <a:prstGeom prst="roundRect">
            <a:avLst>
              <a:gd name="adj" fmla="val 3871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bavenir's own cluster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20240"/>
            <a:ext cx="109453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ingressclass          # must say "nginx", not "traefik"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&lt;CONNECTOR_NAME&gt;-bridge.yaml   # Service + Endpoints + Ingress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— curl -k https://&lt;PUBLIC_HOSTNAME&gt;/...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1127455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519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B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no Server: header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B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matching Ingress rule — wrong host or cluster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B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503, Server: nginx/...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B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healthy backend — check the Endpoints IP/ports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B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from ingress-nginx-controller logs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3AB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reaching this cluster — recheck DNS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2C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212080"/>
            <a:ext cx="11274552" cy="594360"/>
          </a:xfrm>
          <a:prstGeom prst="roundRect">
            <a:avLst>
              <a:gd name="adj" fmla="val 9231"/>
            </a:avLst>
          </a:prstGeom>
          <a:solidFill>
            <a:srgbClr val="2B2013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521208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class says "traefik"? Migrate to ingress-nginx before relying on TLS here — full commands in guide, Step 10.0.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Hostname to the Shared TLS Certificate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63840" y="384048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384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BLAST RADIUS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step touching every existing connector, not just the new one — the cache on disk is reused unless forced.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1274552" cy="1965960"/>
          </a:xfrm>
          <a:prstGeom prst="roundRect">
            <a:avLst>
              <a:gd name="adj" fmla="val 2791"/>
            </a:avLst>
          </a:prstGeom>
          <a:solidFill>
            <a:srgbClr val="0F2E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5448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stics2test, framework venv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920240"/>
            <a:ext cx="1094536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PIONERA_VM_INGRESS_TLS_HOSTS="&lt;PUBLIC_HOSTNAME&gt;"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-f .local/artifacts/ingress-tls/vm-distributed/stics/tls.{crt,key}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 = framework_main.build_adapter("inesdata", topology="vm-distributed")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adapter.infrastructure._sync_vm_ingress_tls("vm-distributed")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2B201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says "secret/... configured" (not "unchanged")? The key genuinely changed. Re-send cacerts.jks (Step 7) to ALL FOUR existing connectors + the new one, restart every one, then re-verify all four health checks below before continuing.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11274552" cy="1234440"/>
          </a:xfrm>
          <a:prstGeom prst="roundRect">
            <a:avLst>
              <a:gd name="adj" fmla="val 4444"/>
            </a:avLst>
          </a:prstGeom>
          <a:solidFill>
            <a:srgbClr val="0F2E3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89204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89204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re-verify before declaring the session's new connector done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5257800"/>
            <a:ext cx="109453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-k https://stics.bavenir.eu/api/check/health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-k https://con-lab.stics.linkeddata.es/api/check/health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-k https://con-test.stics.linkeddata.es/api/check/health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-k https://con-test.stics.bavenir.eu/api/check/health        # all four → 200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314432" y="3840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9D6E3"/>
          </a:solidFill>
          <a:ln/>
        </p:spPr>
      </p:sp>
      <p:sp>
        <p:nvSpPr>
          <p:cNvPr id="5" name="Text 3"/>
          <p:cNvSpPr/>
          <p:nvPr/>
        </p:nvSpPr>
        <p:spPr>
          <a:xfrm>
            <a:off x="10314432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3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of truth — public HTTPS reachable, and a full federated-catalog cycle with no errors.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74552" cy="2286000"/>
          </a:xfrm>
          <a:prstGeom prst="roundRect">
            <a:avLst>
              <a:gd name="adj" fmla="val 2400"/>
            </a:avLst>
          </a:prstGeom>
          <a:solidFill>
            <a:srgbClr val="0F2E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11274552" cy="292608"/>
          </a:xfrm>
          <a:prstGeom prst="roundRect">
            <a:avLst>
              <a:gd name="adj" fmla="val 18750"/>
            </a:avLst>
          </a:prstGeom>
          <a:solidFill>
            <a:srgbClr val="1236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3736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together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103120"/>
            <a:ext cx="1094536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-k https://&lt;PUBLIC_HOSTNAME&gt;/api/check/health          # expect: HTTP 200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75                                                     # federated-catalog cycle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&lt;CONNECTOR_NAME&gt; --since 90s 2&gt;&amp;1 | grep -iE "error|exception"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# expect: no output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022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allows? Run a real contract negotiation + transfer — docs/47_stics_edc_interop_evidence.md.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REFERENCE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Quick Reference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6428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A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Symptom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5FA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ValueError: Invalid connector name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 too long — max 20 chars (Step 0)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Connection to 127.0.0.1:5432 refused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Bridge mode: point to Docker bridge gateway IP, not 127.0.0.1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pg_hba.conf entry for host "172.x.x.x"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 the 172.16.0.0/12 line + listen_addresses='*' (Step 6b)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relation "edc_catalog" does not exist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Apply the two SQL files (Step 9a)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Temporary failure in name resolution (crawler)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Placeholder URL → fix Step 9b. DNS not live → wait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PKIX path building failed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Re-copy cacerts.jks (Step 7) — all connectors if Step 11 ran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curl → 404, no Server: header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Wrong host or wrong cluster — revisit Step 10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curl → 503, Server: nginx/...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Endpoints has no healthy backend — check IP/ports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TLS cert reverts to stale/self-signed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B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Cluster still runs Traefik — migrate it (Step 10.0)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CALL IT DONE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A0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38988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connector's health check returns HTTP 200 over its public hostname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A0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04825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error/exception lines in its logs after one full federated-catalog cycle (~75s)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A0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7066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pre-existing connectors still return HTTP 200 (only relevant if Step 11 ran)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A0B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36499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URL in the registration service resolves to the real public hostname, not the internal placeholder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A0B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cacerts.jks on the new connector matches the current certificate — no PKIX errors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10222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stretch goal: a real contract negotiation + HttpData-PULL transfer against an existing connector — verified commands in docs/47_stics_edc_interop_evidence.md. Full role-tagged runbook: docs/49_bavenir_hands_on_session_guide.md.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docs/49_bavenir_hands_on_session_guide.md  ·  STICS Dataspace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E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2026-07-22T07:18:29Z</dcterms:created>
  <dcterms:modified xsi:type="dcterms:W3CDTF">2026-07-22T07:18:29Z</dcterms:modified>
</cp:coreProperties>
</file>